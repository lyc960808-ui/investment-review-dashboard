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封面：年度复盘范围与账户信息。金额已脱敏显示。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总量指标：已实现+浮动=总盈亏；时间加权收益率与最大回撤因缺少逐日净值无法计算，未提供。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逐笔交易：四笔已平仓配对明细。MSFT/AMZN 为规则内止盈，NVDA 为计划内止损，TSLA 为执行偏差。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计划vs执行：TSLA 是唯一执行偏差——计划30%止损，实际-55.6%才离场。其余三笔均在规则内执行。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归因：已实现盈利全部来自两笔看涨期权；笔记未保存希腊值，无法拆分标的涨跌与波动率/情绪贡献。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四阶段：建仓试探→方向切换→执行失控→结构重建。有规则的交易恰好是盈利的交易。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持仓：三只全为科技敞口，行业集中度未实质下降；NVDA 以观察仓回归避免情绪重复。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证据强度：有笔记有规则的判断证据中等；无验证标准的判断证据弱。证据强度与执行质量正相关。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下阶段六条改进规则：规则先行、止损即执行、补希腊值记录、季度快照、集中度上限、复盘节奏。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使用说明：台账文件与 wb.py 命令速查。改台账即改报表。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381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ingFang SC"/>
              </a:rPr>
              <a:t>2026 年度投资阶段复盘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8A94A6"/>
                </a:solidFill>
                <a:latin typeface="PingFang SC"/>
              </a:rPr>
              <a:t>对照计划与实际：交易、归因、执行偏差与下一阶段规则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ingFang SC"/>
              </a:rPr>
              <a:t>账户 DEMO-A｜复盘期间 2026-01-01 至 2026-10-09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PingFang SC"/>
              </a:rPr>
              <a:t>期初净资产 *** USD｜净入金 *** USD｜已平仓 4 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年度总量指标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PingFang SC"/>
              </a:rPr>
              <a:t>截至 2026-10-09 ｜数据来源：投资工作台账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157984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157984" cy="5080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已实现盈亏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CB85C"/>
                </a:solidFill>
                <a:latin typeface="PingFang SC"/>
              </a:rPr>
              <a:t>***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PingFang SC"/>
              </a:rPr>
              <a:t>4 笔已平仓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1554480"/>
            <a:ext cx="2157984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16352" y="1554480"/>
            <a:ext cx="2157984" cy="5080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73736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持仓浮动盈亏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14884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CB85C"/>
                </a:solidFill>
                <a:latin typeface="PingFang SC"/>
              </a:rPr>
              <a:t>***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83464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PingFang SC"/>
              </a:rPr>
              <a:t>3 个标的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4064" y="1554480"/>
            <a:ext cx="2157984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4064" y="1554480"/>
            <a:ext cx="2157984" cy="50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1224" y="173736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投资总盈亏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14884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A90D9"/>
                </a:solidFill>
                <a:latin typeface="PingFang SC"/>
              </a:rPr>
              <a:t>***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83464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PingFang SC"/>
              </a:rPr>
              <a:t>已实现+浮动，不含出入金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51776" y="1554480"/>
            <a:ext cx="2157984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6" y="1554480"/>
            <a:ext cx="2157984" cy="508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8936" y="173736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期末现金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214884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PingFang SC"/>
              </a:rPr>
              <a:t>***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283464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PingFang SC"/>
              </a:rPr>
              <a:t>快照 2026-10-09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19488" y="1554480"/>
            <a:ext cx="2157984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19488" y="1554480"/>
            <a:ext cx="2157984" cy="508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6648" y="173736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净入金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214884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PingFang SC"/>
              </a:rPr>
              <a:t>***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283464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PingFang SC"/>
              </a:rPr>
              <a:t>本金变动，不是收益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657600"/>
            <a:ext cx="11094415" cy="105156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840480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PingFang SC"/>
              </a:rPr>
              <a:t>口径说明：出入金与投资收益严格分离；无逐日净值与期间估值，时间加权收益率与最大回撤本次不强行推算。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937760"/>
            <a:ext cx="1109441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120640"/>
            <a:ext cx="106372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结论：全年投资总盈亏为正，但盈利高度依赖两笔期权交易（MSFT ***、AMZN ***）；</a:t>
            </a:r>
          </a:p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剔除期权后，正股交易净亏损 *** 美元——盈利结构与「判断能力」之间不能画等号。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逐笔交易复盘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PingFang SC"/>
              </a:rPr>
              <a:t>已平仓 4 笔 ｜逐笔配对法 ｜单位：USD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54303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0160"/>
                <a:gridCol w="2194560"/>
                <a:gridCol w="2194560"/>
                <a:gridCol w="1005840"/>
                <a:gridCol w="2679192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标的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类型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开仓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平仓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盈亏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判定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MSFT 2026-06-18 C***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看涨期权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2026-02-02 @***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2026-03-20 @***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达成规则退出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AMZN 2026-09-18 C***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看涨期权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2026-04-06 @***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2026-05-22 @***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达成规则退出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NVDA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股票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2026-06-08 @***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2026-07-17 @***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触发线内执行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TSLA 2026-12-18 C***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看涨期权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2026-08-10 @***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2026-09-11 @***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9534F"/>
                          </a:solidFill>
                          <a:latin typeface="PingFang SC"/>
                        </a:rPr>
                        <a:t>执行偏差：超止损线25个百分点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计划规则摘要：MSFT 期权「亏损40%重估 / 收益100%落袋」、AMZN 期权「收益翻倍退出」、NVDA 正股「跌10%止损」、TSLA 期权「权利金跌30%退出」。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1094415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1063721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结构观察：两笔盈利全部来自看涨期权，两笔亏损（NVDA ***、TSLA ***）中，</a:t>
            </a:r>
          </a:p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NVDA 是按计划执行的止损（可接受），TSLA 是规则失效后的失控退出（不可接受）。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计划 vs 执行偏差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PingFang SC"/>
              </a:rPr>
              <a:t>复盘的核心不是赚没赚，而是有没有按自己的规则做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054303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2926080"/>
                <a:gridCol w="2953512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交易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计划规则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实际执行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判定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T001 MSFT 2026-06-18 C***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收益达100%落袋（另一侧：亏损达40%重新评估）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收益 116.7%（规则：≥100%）；2026-03-20 平仓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达成规则退出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T003 AMZN 2026-09-18 C***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收益翻倍后退出，不持有到期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收益 133.3%（规则：≥100%）；2026-05-22 平仓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达成规则退出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T005 NVDA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价格下跌约10%时退出，不补仓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亏损 10.0%（规则：≤10%）；2026-07-17 平仓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触发线内执行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T007 TSLA 2026-12-18 C***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权利金下跌30%时退出，不加仓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44"/>
                          </a:solidFill>
                          <a:latin typeface="PingFang SC"/>
                        </a:rPr>
                        <a:t>亏损 55.6%（规则：≤30%）；2026-09-11 平仓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9534F"/>
                          </a:solidFill>
                          <a:latin typeface="PingFang SC"/>
                        </a:rPr>
                        <a:t>执行偏差：超止损线25个百分点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114800"/>
            <a:ext cx="1109441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63500" cy="219456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4577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TSLA（T*** →T008）——唯一的执行偏差交易：</a:t>
            </a:r>
          </a:p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· 计划：权利金跌 30%（***  → ***）即退出；</a:t>
            </a:r>
          </a:p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· 实际：***（-55.6%）才平仓，期间「想等反弹」未处理；</a:t>
            </a:r>
          </a:p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· 复盘定性：亏损主因是执行失效，不能归因于行情；</a:t>
            </a:r>
          </a:p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· 固化规则：止损线触发即执行，不等反弹；连续两笔执行偏差则暂停新开仓一周。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盈亏归因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PingFang SC"/>
              </a:rPr>
              <a:t>盈利从哪来、亏损怪谁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PingFang SC"/>
              </a:rPr>
              <a:t>按工具类型（已实现）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PingFang SC"/>
              </a:rPr>
              <a:t>看涨期权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CB85C"/>
                </a:solidFill>
                <a:latin typeface="PingFang SC"/>
              </a:rPr>
              <a:t>***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PingFang SC"/>
              </a:rPr>
              <a:t>股票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51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D9534F"/>
                </a:solidFill>
                <a:latin typeface="PingFang SC"/>
              </a:rPr>
              <a:t>***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期权贡献全部盈利（***），正股净亏损 ***。</a:t>
            </a:r>
          </a:p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笔记自认未保存希腊值，盈利无法拆分「标的上涨」与「情绪/波动率」各自的贡献——</a:t>
            </a:r>
          </a:p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这是本次归因最大的空白，下阶段必须补记录。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371600"/>
            <a:ext cx="54864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PingFang SC"/>
              </a:rPr>
              <a:t>按标的（已实现）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PingFang SC"/>
              </a:rPr>
              <a:t>MSFT 2026-06-18 C***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CB85C"/>
                </a:solidFill>
                <a:latin typeface="PingFang SC"/>
              </a:rPr>
              <a:t>***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PingFang SC"/>
              </a:rPr>
              <a:t>AMZN 2026-09-18 C***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51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CB85C"/>
                </a:solidFill>
                <a:latin typeface="PingFang SC"/>
              </a:rPr>
              <a:t>***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PingFang SC"/>
              </a:rPr>
              <a:t>NVDA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1089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D9534F"/>
                </a:solidFill>
                <a:latin typeface="PingFang SC"/>
              </a:rPr>
              <a:t>***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PingFang SC"/>
              </a:rPr>
              <a:t>TSLA 2026-12-18 C***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5661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D9534F"/>
                </a:solidFill>
                <a:latin typeface="PingFang SC"/>
              </a:rPr>
              <a:t>***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6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MSFT/AMZN 两笔期权是盈利的全部来源；</a:t>
            </a:r>
          </a:p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NVDA 首仓是「追高买入、研究不足」的自认案例，</a:t>
            </a:r>
          </a:p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止损执行正确，但问题在买入前，不在止损时。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结论：盈利集中度高、可复制性未经验证；亏损一半来自执行失效。两者都需要在下阶段被「规则」而不是「感觉」管理。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年度四个阶段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PingFang SC"/>
              </a:rPr>
              <a:t>从试探到失控，再到重建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743200" cy="54864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① 建仓试探｜1–4月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377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>期初 ***现金；MSFT 期权按规则止盈 ***；4月入金 ***。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74320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53619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② 方向切换｜5–7月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2377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>AMZN 期权止盈 ***；NVDA 追高买入、按计划止损 ***。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743200" cy="54864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3619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③ 执行失控｜8–9月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377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>TSLA 期权无验证标准开仓；-55.6% 才止损离场 ***；转向正股。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4630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463040"/>
            <a:ext cx="2743200" cy="54864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53619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④ 结构重建｜10月至今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86000"/>
            <a:ext cx="2377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>MSFT/AMZN/NVDA 小额正股；科技集中度未实质下降。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607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阶段启示：盈利阶段的规则清晰、执行到位；失控阶段恰好是「没有可核对规则」的交易——规则先行是分水岭。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当前持仓与集中度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PingFang SC"/>
              </a:rPr>
              <a:t>快照 2026-10-09 ｜全部为科技敞口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22960"/>
                <a:gridCol w="118872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标的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数量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含费成本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市值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浮动盈亏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NVDA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MSFT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AMZN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***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PingFang SC"/>
              </a:rPr>
              <a:t>期末现金 *** USD ｜ 无期权持仓 ｜ 无融资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25780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PingFang SC"/>
              </a:rPr>
              <a:t>集中度与风险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709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>· 三只持仓全部是科技股：MSFT（软件/云）、AMZN（云）、NVDA（芯片/AI 算力），共享同一条 AI 叙事与利率敏感度——「买两家公司」≠ 行业分散，笔记的自我提醒成立。</a:t>
            </a:r>
          </a:p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/>
            </a:r>
          </a:p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>· 持仓结构已从期权转向正股：好处是消除到期日与波动率压力，坏处是单位资金弹性下降，表达观点的效率更低。</a:t>
            </a:r>
          </a:p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/>
            </a:r>
          </a:p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>· NVDA 以 10 股观察仓回归，规模刻意缩小——避免了「卖出后不甘心又买回」的情绪重复。</a:t>
            </a:r>
          </a:p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/>
            </a:r>
          </a:p>
          <a:p>
            <a:pPr algn="l"/>
            <a:r>
              <a:rPr sz="1350" b="0">
                <a:solidFill>
                  <a:srgbClr val="1F2A44"/>
                </a:solidFill>
                <a:latin typeface="PingFang SC"/>
              </a:rPr>
              <a:t>· 下阶段约束：科技敞口超过组合 60% 时，新增仓位必须来自非科技板块。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证据强度盘点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PingFang SC"/>
              </a:rPr>
              <a:t>哪些判断有同期记录，哪些缺乏证据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54303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3291840"/>
                <a:gridCol w="2496312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判断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同期记录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证据强度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MSFT 期权：AI 商业化预期改善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有笔记、有规则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AMZN 期权：云与 AI 中期需求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有笔记、有规则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NVDA 首仓：讨论热度上升后买入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买入前研究不足（自认）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弱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TSLA 期权：短期事件行情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无明确事件验证标准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正股新仓：长期观点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有计划，兑现时间未定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PingFang SC"/>
                        </a:rPr>
                        <a:t>待观察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389120"/>
            <a:ext cx="11094415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4577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模式总结：盈利的两笔（MSFT/AMZN 期权）恰好是「有笔记、有退出规则」的交易；</a:t>
            </a:r>
          </a:p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亏损最重的一笔（TSLA）恰好是「无验证标准、规则被无视」的交易。</a:t>
            </a:r>
          </a:p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/>
            </a:r>
          </a:p>
          <a:p>
            <a:pPr algn="l"/>
            <a:r>
              <a:rPr sz="1500" b="0">
                <a:solidFill>
                  <a:srgbClr val="1F2A44"/>
                </a:solidFill>
                <a:latin typeface="PingFang SC"/>
              </a:rPr>
              <a:t>证据强度与执行质量高度正相关——这不是巧合，是流程决定的。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下一阶段改进规则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PingFang SC"/>
              </a:rPr>
              <a:t>已固化进投资工作台，不是口号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3375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337560" cy="50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ingFang SC"/>
              </a:rPr>
              <a:t>规则先行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PingFang SC"/>
              </a:rPr>
              <a:t>每笔开仓必须同步用 wb.py plan 写入判断依据与止损/止盈线；没有规则的交易不开仓。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33375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3337560" cy="50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3619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ingFang SC"/>
              </a:rPr>
              <a:t>止损即执行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PingFang SC"/>
              </a:rPr>
              <a:t>止损线触发立即执行，不等反弹；连续两笔执行偏差，暂停新开仓一周。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3375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71600"/>
            <a:ext cx="3337560" cy="50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53619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ingFang SC"/>
              </a:rPr>
              <a:t>补记录字段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965960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PingFang SC"/>
              </a:rPr>
              <a:t>期权开仓记录隐含波动率与希腊值，让盈利归因可拆分。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91840"/>
            <a:ext cx="33375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3337560" cy="50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5643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ingFang SC"/>
              </a:rPr>
              <a:t>季度快照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PingFang SC"/>
              </a:rPr>
              <a:t>每季度 wb.py snapshot 记录持仓与现金，积累净值序列，未来可计算回撤。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291840"/>
            <a:ext cx="33375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291840"/>
            <a:ext cx="3337560" cy="50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ingFang SC"/>
              </a:rPr>
              <a:t>集中度上限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86200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PingFang SC"/>
              </a:rPr>
              <a:t>科技敞口超过组合 60% 时，新增仓位必须来自非科技板块。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291840"/>
            <a:ext cx="33375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291840"/>
            <a:ext cx="3337560" cy="50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45643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ingFang SC"/>
              </a:rPr>
              <a:t>复盘节奏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886200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6"/>
                </a:solidFill>
                <a:latin typeface="PingFang SC"/>
              </a:rPr>
              <a:t>每月跑 wb.py compliance 检查执行偏差；每季度生成 PPT 阶段复盘。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57800"/>
            <a:ext cx="1109441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4406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一句话总结：今年的钱主要来自两笔有规则的期权交易，学费主要付给一笔无视规则的交易。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把「规则先行」从笔记变成工具流程，就是明年最大的改进空间。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持续使用：wb.py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4577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4A6"/>
                </a:solidFill>
                <a:latin typeface="PingFang SC"/>
              </a:rPr>
              <a:t>台账：data/trades.csv · cashflows.csv · plans.csv · snapshots.csv</a:t>
            </a:r>
          </a:p>
          <a:p>
            <a:pPr algn="l"/>
            <a:r>
              <a:rPr sz="1500" b="0">
                <a:solidFill>
                  <a:srgbClr val="8A94A6"/>
                </a:solidFill>
                <a:latin typeface="PingFang SC"/>
              </a:rPr>
              <a:t>命令：init ｜ add-trade ｜ add-cashflow ｜ snapshot ｜ plan ｜ status ｜ pnl ｜ compliance ｜ report ｜ export-xlsx ｜ export-pptx ｜ web</a:t>
            </a:r>
          </a:p>
          <a:p>
            <a:pPr algn="l"/>
            <a:r>
              <a:rPr sz="1500" b="0">
                <a:solidFill>
                  <a:srgbClr val="8A94A6"/>
                </a:solidFill>
                <a:latin typeface="PingFang SC"/>
              </a:rPr>
              <a:t>本 PPT 与网页仪表盘、Markdown 报告均由台账数据自动生成，改数即改报表。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